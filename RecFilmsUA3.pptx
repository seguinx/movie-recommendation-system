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9" r:id="rId3"/>
    <p:sldId id="262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5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seguin" userId="c47c39593cf1707d" providerId="LiveId" clId="{56C82717-B78C-4079-A034-267DC212A18F}"/>
    <pc:docChg chg="modSld">
      <pc:chgData name="alex seguin" userId="c47c39593cf1707d" providerId="LiveId" clId="{56C82717-B78C-4079-A034-267DC212A18F}" dt="2026-04-17T21:46:06.265" v="22" actId="1076"/>
      <pc:docMkLst>
        <pc:docMk/>
      </pc:docMkLst>
      <pc:sldChg chg="addSp modSp mod">
        <pc:chgData name="alex seguin" userId="c47c39593cf1707d" providerId="LiveId" clId="{56C82717-B78C-4079-A034-267DC212A18F}" dt="2026-04-17T21:46:06.265" v="22" actId="1076"/>
        <pc:sldMkLst>
          <pc:docMk/>
          <pc:sldMk cId="2558940672" sldId="260"/>
        </pc:sldMkLst>
        <pc:picChg chg="add mod">
          <ac:chgData name="alex seguin" userId="c47c39593cf1707d" providerId="LiveId" clId="{56C82717-B78C-4079-A034-267DC212A18F}" dt="2026-04-17T21:46:06.265" v="22" actId="1076"/>
          <ac:picMkLst>
            <pc:docMk/>
            <pc:sldMk cId="2558940672" sldId="260"/>
            <ac:picMk id="6" creationId="{FFB4D75C-C17D-C338-2A64-178F27F655E1}"/>
          </ac:picMkLst>
        </pc:picChg>
        <pc:picChg chg="mod">
          <ac:chgData name="alex seguin" userId="c47c39593cf1707d" providerId="LiveId" clId="{56C82717-B78C-4079-A034-267DC212A18F}" dt="2026-04-17T21:45:54.419" v="20" actId="1076"/>
          <ac:picMkLst>
            <pc:docMk/>
            <pc:sldMk cId="2558940672" sldId="260"/>
            <ac:picMk id="8" creationId="{D52D0E8F-BC5D-39C5-D53A-46FD22FD9DFE}"/>
          </ac:picMkLst>
        </pc:picChg>
        <pc:picChg chg="add mod">
          <ac:chgData name="alex seguin" userId="c47c39593cf1707d" providerId="LiveId" clId="{56C82717-B78C-4079-A034-267DC212A18F}" dt="2026-04-17T21:46:03.222" v="21" actId="1076"/>
          <ac:picMkLst>
            <pc:docMk/>
            <pc:sldMk cId="2558940672" sldId="260"/>
            <ac:picMk id="9" creationId="{A75F97D1-FF1B-0D2E-101D-273738608C4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5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6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t-outil-infonuagique-ua3-5.onrender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F447467-474F-7A46-9B55-A89C6B0DA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4E312-CE9E-415A-6543-97AF44950E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7901" b="982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198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CC34A5A-4B67-726E-080C-4797E1C97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0980" y="1893965"/>
            <a:ext cx="4738347" cy="1986802"/>
          </a:xfrm>
        </p:spPr>
        <p:txBody>
          <a:bodyPr>
            <a:normAutofit/>
          </a:bodyPr>
          <a:lstStyle/>
          <a:p>
            <a:pPr algn="r"/>
            <a:r>
              <a:rPr lang="en-CA" sz="3700">
                <a:solidFill>
                  <a:srgbClr val="FFFFFF"/>
                </a:solidFill>
              </a:rPr>
              <a:t>Recommendations de films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1D36D9D-3FF6-0BEB-AD1A-DEBEACF7B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1102" y="3973128"/>
            <a:ext cx="4738347" cy="1189425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KNN, Arbres de decision et SVM</a:t>
            </a:r>
          </a:p>
        </p:txBody>
      </p:sp>
    </p:spTree>
    <p:extLst>
      <p:ext uri="{BB962C8B-B14F-4D97-AF65-F5344CB8AC3E}">
        <p14:creationId xmlns:p14="http://schemas.microsoft.com/office/powerpoint/2010/main" val="353923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F0CEE-B0F0-BDA5-EFA1-B173908BA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072F6A3-1466-826C-C7C1-B1654E011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CFBDEE-D546-B82E-51A8-90E0837667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7857" b="986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29BC907-8227-160A-3814-D12B0C6CC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BCDD56-CB72-C153-8D75-8E9A32870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7741" y="1442863"/>
            <a:ext cx="4470544" cy="3474720"/>
          </a:xfrm>
        </p:spPr>
        <p:txBody>
          <a:bodyPr anchor="b">
            <a:normAutofit/>
          </a:bodyPr>
          <a:lstStyle/>
          <a:p>
            <a:pPr algn="l"/>
            <a:r>
              <a:rPr lang="en-CA" sz="3600" dirty="0" err="1"/>
              <a:t>Présentation</a:t>
            </a:r>
            <a:endParaRPr lang="en-CA" sz="36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E098D79-E225-41AD-84AD-4FAA71A6F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7741" y="4917583"/>
            <a:ext cx="4116410" cy="1386840"/>
          </a:xfrm>
        </p:spPr>
        <p:txBody>
          <a:bodyPr anchor="t">
            <a:normAutofit/>
          </a:bodyPr>
          <a:lstStyle/>
          <a:p>
            <a:pPr algn="l"/>
            <a:r>
              <a:rPr lang="en-CA" sz="2400" dirty="0"/>
              <a:t>Dataset, </a:t>
            </a:r>
            <a:r>
              <a:rPr lang="en-CA" sz="2400" dirty="0" err="1"/>
              <a:t>modèles</a:t>
            </a:r>
            <a:r>
              <a:rPr lang="en-CA" sz="2400" dirty="0"/>
              <a:t> </a:t>
            </a:r>
            <a:r>
              <a:rPr lang="en-CA" sz="2400" dirty="0" err="1"/>
              <a:t>utilisés</a:t>
            </a:r>
            <a:r>
              <a:rPr lang="en-CA" sz="2400" dirty="0"/>
              <a:t> et analyse de données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3C6DCA1-527A-5A74-CB02-6350432CA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30" y="336732"/>
            <a:ext cx="5521538" cy="30093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F6E2566-050F-067A-A464-3A3C9A334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37" y="4294253"/>
            <a:ext cx="6731655" cy="16155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F7F69FE-119F-3FC8-5C02-0D3E0801D6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892" y="56023"/>
            <a:ext cx="4717510" cy="36796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100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D2DF5-64BD-C596-AD83-669766EC0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A54C444-C9D4-8C66-791E-B09D44203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6F3CCE-2AE2-3E2A-8A16-A94482D4B4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4243" b="6252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0E21616-D356-9760-0DE0-D3CC02A25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CA" sz="5400" dirty="0">
                <a:solidFill>
                  <a:srgbClr val="FFFFFF"/>
                </a:solidFill>
              </a:rPr>
              <a:t>KNN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80A88E8-C162-1A02-0A4B-AC4ECC841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CA" sz="2200" dirty="0">
                <a:solidFill>
                  <a:srgbClr val="FFFFFF"/>
                </a:solidFill>
              </a:rPr>
              <a:t>Introduction a un 2e Dataset, Matrice, RMSE, Genre et </a:t>
            </a:r>
            <a:r>
              <a:rPr lang="en-CA" sz="2200" dirty="0" err="1">
                <a:solidFill>
                  <a:srgbClr val="FFFFFF"/>
                </a:solidFill>
              </a:rPr>
              <a:t>Suraprentissage</a:t>
            </a:r>
            <a:endParaRPr lang="en-CA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348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B1EDD-07EF-58E4-6897-B1A7D4446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805B1B-B0C5-4698-BFF5-75791F9E5F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57" r="9091" b="986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A4940F1-01E9-DE60-8FD9-649A86609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n-CA" sz="6600"/>
              <a:t>Arbres de décisions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5BE854-1E37-43EA-67EB-54A34641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en-CA" sz="2200"/>
              <a:t>Limites modèles, data leak et changement en binaire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52D0E8F-BC5D-39C5-D53A-46FD22FD9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151" y="83746"/>
            <a:ext cx="4644224" cy="40044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FB4D75C-C17D-C338-2A64-178F27F65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530" y="5759661"/>
            <a:ext cx="6319466" cy="101459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75F97D1-FF1B-0D2E-101D-273738608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717" y="4115955"/>
            <a:ext cx="5487166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940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AB919-648E-AC37-496F-01F7E8168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3BB86-D97C-BDB4-E713-F6111B329E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4243" b="6252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15017D7-63F0-2F44-82D8-20145E09D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CA" sz="5400" dirty="0">
                <a:solidFill>
                  <a:srgbClr val="FFFFFF"/>
                </a:solidFill>
              </a:rPr>
              <a:t>SVM </a:t>
            </a:r>
            <a:r>
              <a:rPr lang="en-CA" sz="5400" dirty="0" err="1">
                <a:solidFill>
                  <a:srgbClr val="FFFFFF"/>
                </a:solidFill>
              </a:rPr>
              <a:t>Linéaire</a:t>
            </a:r>
            <a:endParaRPr lang="en-CA" sz="5400" dirty="0">
              <a:solidFill>
                <a:srgbClr val="FFFFFF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2F10FD-E35D-40A9-F8B7-B016A4D20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CA" sz="2200" dirty="0">
                <a:solidFill>
                  <a:srgbClr val="FFFFFF"/>
                </a:solidFill>
              </a:rPr>
              <a:t>“</a:t>
            </a:r>
            <a:r>
              <a:rPr lang="en-CA" sz="2200" dirty="0" err="1">
                <a:solidFill>
                  <a:srgbClr val="FFFFFF"/>
                </a:solidFill>
              </a:rPr>
              <a:t>Écris</a:t>
            </a:r>
            <a:r>
              <a:rPr lang="en-CA" sz="2200" dirty="0">
                <a:solidFill>
                  <a:srgbClr val="FFFFFF"/>
                </a:solidFill>
              </a:rPr>
              <a:t> un résumé de </a:t>
            </a:r>
            <a:r>
              <a:rPr lang="en-CA" sz="2200" dirty="0" err="1">
                <a:solidFill>
                  <a:srgbClr val="FFFFFF"/>
                </a:solidFill>
              </a:rPr>
              <a:t>ce</a:t>
            </a:r>
            <a:r>
              <a:rPr lang="en-CA" sz="2200" dirty="0">
                <a:solidFill>
                  <a:srgbClr val="FFFFFF"/>
                </a:solidFill>
              </a:rPr>
              <a:t> qui </a:t>
            </a:r>
            <a:r>
              <a:rPr lang="en-CA" sz="2200" dirty="0" err="1">
                <a:solidFill>
                  <a:srgbClr val="FFFFFF"/>
                </a:solidFill>
              </a:rPr>
              <a:t>s’est</a:t>
            </a:r>
            <a:r>
              <a:rPr lang="en-CA" sz="2200" dirty="0">
                <a:solidFill>
                  <a:srgbClr val="FFFFFF"/>
                </a:solidFill>
              </a:rPr>
              <a:t> passer + image </a:t>
            </a:r>
            <a:r>
              <a:rPr lang="en-CA" sz="2200" dirty="0" err="1">
                <a:solidFill>
                  <a:srgbClr val="FFFFFF"/>
                </a:solidFill>
              </a:rPr>
              <a:t>si</a:t>
            </a:r>
            <a:r>
              <a:rPr lang="en-CA" sz="2200" dirty="0">
                <a:solidFill>
                  <a:srgbClr val="FFFFFF"/>
                </a:solidFill>
              </a:rPr>
              <a:t> </a:t>
            </a:r>
            <a:r>
              <a:rPr lang="en-CA" sz="2200" dirty="0" err="1">
                <a:solidFill>
                  <a:srgbClr val="FFFFFF"/>
                </a:solidFill>
              </a:rPr>
              <a:t>t’en</a:t>
            </a:r>
            <a:r>
              <a:rPr lang="en-CA" sz="2200" dirty="0">
                <a:solidFill>
                  <a:srgbClr val="FFFFFF"/>
                </a:solidFill>
              </a:rPr>
              <a:t> as”</a:t>
            </a:r>
          </a:p>
        </p:txBody>
      </p:sp>
    </p:spTree>
    <p:extLst>
      <p:ext uri="{BB962C8B-B14F-4D97-AF65-F5344CB8AC3E}">
        <p14:creationId xmlns:p14="http://schemas.microsoft.com/office/powerpoint/2010/main" val="317338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E15774-CF46-7E8F-98B3-E4F7D9BE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1E0DC6F-DB0E-DBE1-8178-AE81BC6B9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D27FB-C7D7-42F7-891E-CCF4494F02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57" r="9091" b="986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84D07BF5-D29E-918E-55FE-747AF2A0E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66726" cy="685800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90CC218-2DAB-226C-2CC1-A9C20AA27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035" y="1424475"/>
            <a:ext cx="3424383" cy="2543448"/>
          </a:xfrm>
        </p:spPr>
        <p:txBody>
          <a:bodyPr anchor="t">
            <a:normAutofit/>
          </a:bodyPr>
          <a:lstStyle/>
          <a:p>
            <a:pPr algn="l"/>
            <a:r>
              <a:rPr lang="en-CA" sz="3200"/>
              <a:t>API Flask/Fast API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F52A4E8-3213-C23C-2F89-74AE01AB2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035" y="5545667"/>
            <a:ext cx="3424382" cy="462170"/>
          </a:xfrm>
        </p:spPr>
        <p:txBody>
          <a:bodyPr anchor="b">
            <a:normAutofit/>
          </a:bodyPr>
          <a:lstStyle/>
          <a:p>
            <a:pPr algn="l"/>
            <a:r>
              <a:rPr lang="en-CA" dirty="0"/>
              <a:t>Tree, SVM et succès du KNN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8796DCF-C14B-5726-66AF-9DA97FE94985}"/>
              </a:ext>
            </a:extLst>
          </p:cNvPr>
          <p:cNvSpPr txBox="1"/>
          <p:nvPr/>
        </p:nvSpPr>
        <p:spPr>
          <a:xfrm>
            <a:off x="282596" y="2527038"/>
            <a:ext cx="38015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https://projet-outil-infonuagique-ua3.onrender.com/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389AB0F-4A03-8238-10C8-985710269AF2}"/>
              </a:ext>
            </a:extLst>
          </p:cNvPr>
          <p:cNvSpPr txBox="1"/>
          <p:nvPr/>
        </p:nvSpPr>
        <p:spPr>
          <a:xfrm>
            <a:off x="282596" y="3429000"/>
            <a:ext cx="38015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3" tooltip="https://projet-outil-infonuagique-ua3-5.onrender.com/"/>
              </a:rPr>
              <a:t>https://projet-outil-infonuagique-ua3-5.onrender.com/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5865720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Metadata/LabelInfo.xml><?xml version="1.0" encoding="utf-8"?>
<clbl:labelList xmlns:clbl="http://schemas.microsoft.com/office/2020/mipLabelMetadata">
  <clbl:label id="{3513b79f-ce8d-43d6-b7e5-c12d3e236916}" enabled="1" method="Standard" siteId="{ad8a84ef-f1f3-4b14-ad08-b99ca66f7e3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90</Words>
  <Application>Microsoft Office PowerPoint</Application>
  <PresentationFormat>Grand écran</PresentationFormat>
  <Paragraphs>14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VanillaVTI</vt:lpstr>
      <vt:lpstr>Recommendations de films</vt:lpstr>
      <vt:lpstr>Présentation</vt:lpstr>
      <vt:lpstr>KNN</vt:lpstr>
      <vt:lpstr>Arbres de décisions</vt:lpstr>
      <vt:lpstr>SVM Linéaire</vt:lpstr>
      <vt:lpstr>API Flask/Fast 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Beaudry</dc:creator>
  <cp:lastModifiedBy>alex seguin</cp:lastModifiedBy>
  <cp:revision>1</cp:revision>
  <dcterms:created xsi:type="dcterms:W3CDTF">2026-04-17T20:04:04Z</dcterms:created>
  <dcterms:modified xsi:type="dcterms:W3CDTF">2026-04-17T21:46:12Z</dcterms:modified>
</cp:coreProperties>
</file>