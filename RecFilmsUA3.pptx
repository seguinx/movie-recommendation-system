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1"/>
  </p:notesMasterIdLst>
  <p:sldIdLst>
    <p:sldId id="256" r:id="rId2"/>
    <p:sldId id="259" r:id="rId3"/>
    <p:sldId id="262" r:id="rId4"/>
    <p:sldId id="260" r:id="rId5"/>
    <p:sldId id="261" r:id="rId6"/>
    <p:sldId id="266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51" d="100"/>
          <a:sy n="51" d="100"/>
        </p:scale>
        <p:origin x="72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87909"/>
            <a:ext cx="5022801" cy="885825"/>
          </a:xfrm>
        </p:spPr>
        <p:txBody>
          <a:bodyPr>
            <a:normAutofit fontScale="90000"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r>
              <a:rPr lang="en-CA" sz="5400" dirty="0">
                <a:solidFill>
                  <a:srgbClr val="FFFFFF"/>
                </a:solidFill>
              </a:rPr>
              <a:t> ET  API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CBD2A2E-4817-B7F0-845A-89183B19DF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0" y="1949450"/>
            <a:ext cx="7588250" cy="1414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prédit très bien les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prédit presque tous les films comme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ne reconnaît pas bien les "Dislike"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est déséquilibré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75D9F41-8B0F-6D8D-2751-0ACC15580E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763" y="3866583"/>
            <a:ext cx="5117153" cy="2122515"/>
          </a:xfrm>
          <a:prstGeom prst="rect">
            <a:avLst/>
          </a:prstGeom>
        </p:spPr>
      </p:pic>
      <p:pic>
        <p:nvPicPr>
          <p:cNvPr id="5" name="Image 4" descr="The image shows a command prompt window displaying a running localhost server, with options to press CTRL+C to stop it and a debug mode with a specified pin number.&#10;&#10;Le contenu généré par l’IA peut être incorrect.">
            <a:extLst>
              <a:ext uri="{FF2B5EF4-FFF2-40B4-BE49-F238E27FC236}">
                <a16:creationId xmlns:a16="http://schemas.microsoft.com/office/drawing/2014/main" id="{AC05CA7F-E7F8-EDC6-5CBA-346B11510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954" y="3800047"/>
            <a:ext cx="5792008" cy="203863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6E2FFD0-FA20-1B16-5F14-9B21218181A9}"/>
              </a:ext>
            </a:extLst>
          </p:cNvPr>
          <p:cNvSpPr txBox="1"/>
          <p:nvPr/>
        </p:nvSpPr>
        <p:spPr>
          <a:xfrm>
            <a:off x="5684363" y="2195016"/>
            <a:ext cx="4967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L’API est lancée en local. Le serveur Flask fonctionne sur le port 5000. Cela permet de tester les prédictions en temps réel. 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464-E3D9-9F82-DF34-F5B075E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48180FE-5FA3-6292-E001-7B163AB04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27686-8496-1CD6-6CE3-2BFC294B37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204C7AF-657D-2C47-2F26-951C639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9301" y="214073"/>
            <a:ext cx="5833409" cy="1031602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pic>
        <p:nvPicPr>
          <p:cNvPr id="6" name="Image 5" descr="The image displays a web browser window showing a 405 Method Not Allowed error message, indicating the user's request to access a URL was not permitted.&#10;&#10;Le contenu généré par l’IA peut être incorrect.">
            <a:extLst>
              <a:ext uri="{FF2B5EF4-FFF2-40B4-BE49-F238E27FC236}">
                <a16:creationId xmlns:a16="http://schemas.microsoft.com/office/drawing/2014/main" id="{7446B4EA-4E4F-00D4-5BB9-95CC70AB5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0" y="3429000"/>
            <a:ext cx="4364559" cy="2565532"/>
          </a:xfrm>
          <a:prstGeom prst="rect">
            <a:avLst/>
          </a:prstGeom>
        </p:spPr>
      </p:pic>
      <p:pic>
        <p:nvPicPr>
          <p:cNvPr id="8" name="Image 7" descr="The image shows a computer screen displaying a web address (127.0.0.1:5000) with a series of error messages and a reference to an API (SOM Video Management) being active.&#10;&#10;Le contenu généré par l’IA peut être incorrect.">
            <a:extLst>
              <a:ext uri="{FF2B5EF4-FFF2-40B4-BE49-F238E27FC236}">
                <a16:creationId xmlns:a16="http://schemas.microsoft.com/office/drawing/2014/main" id="{9577BE9A-41D8-306E-7E7E-3DF2F569D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5539" y="1493560"/>
            <a:ext cx="4230056" cy="3273322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E50DABD-CA26-F12E-BD16-CEB793F56ED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-1" y="1189843"/>
            <a:ext cx="4230056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Ajouter une interface web simple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Permettre test direct dans le navigateur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Ajouter validation des entrées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Gérer les erreurs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Déployer sur le cloud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5AD8DAA-E8F9-D3F7-F6FB-7F1534E1ACE5}"/>
              </a:ext>
            </a:extLst>
          </p:cNvPr>
          <p:cNvSpPr txBox="1"/>
          <p:nvPr/>
        </p:nvSpPr>
        <p:spPr>
          <a:xfrm>
            <a:off x="5823235" y="5071202"/>
            <a:ext cx="48582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Le système fonctionne, mais il nécessite des améliorations pour être plus précis et plus facile à utiliser.</a:t>
            </a:r>
          </a:p>
        </p:txBody>
      </p:sp>
    </p:spTree>
    <p:extLst>
      <p:ext uri="{BB962C8B-B14F-4D97-AF65-F5344CB8AC3E}">
        <p14:creationId xmlns:p14="http://schemas.microsoft.com/office/powerpoint/2010/main" val="2924282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971" y="4295759"/>
            <a:ext cx="3939009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906" y="-2"/>
            <a:ext cx="3203074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-2"/>
            <a:ext cx="5417011" cy="429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1105</TotalTime>
  <Words>202</Words>
  <Application>Microsoft Office PowerPoint</Application>
  <PresentationFormat>Grand écran</PresentationFormat>
  <Paragraphs>32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 ET  API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Salome Bolivar Obregon</cp:lastModifiedBy>
  <cp:revision>5</cp:revision>
  <dcterms:created xsi:type="dcterms:W3CDTF">2026-04-17T20:04:04Z</dcterms:created>
  <dcterms:modified xsi:type="dcterms:W3CDTF">2026-04-19T20:48:52Z</dcterms:modified>
</cp:coreProperties>
</file>