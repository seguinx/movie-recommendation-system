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1"/>
  </p:notesMasterIdLst>
  <p:sldIdLst>
    <p:sldId id="256" r:id="rId2"/>
    <p:sldId id="259" r:id="rId3"/>
    <p:sldId id="262" r:id="rId4"/>
    <p:sldId id="260" r:id="rId5"/>
    <p:sldId id="261" r:id="rId6"/>
    <p:sldId id="266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>
        <p:scale>
          <a:sx n="50" d="100"/>
          <a:sy n="50" d="100"/>
        </p:scale>
        <p:origin x="15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E5350-3EDC-40D8-A7EE-3A904327B402}" type="datetimeFigureOut">
              <a:rPr lang="en-CA" smtClean="0"/>
              <a:t>2026-04-19</a:t>
            </a:fld>
            <a:endParaRPr lang="en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291D9F-149D-4022-B9FD-6A3CE887ACEA}" type="slidenum">
              <a:rPr lang="en-CA" smtClean="0"/>
              <a:t>‹N°›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2831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91D9F-149D-4022-B9FD-6A3CE887ACEA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50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A54C444-C9D4-8C66-791E-B09D44203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Introduction a un 2e Dataset, Matrice, RMSE, Genre et </a:t>
            </a:r>
            <a:r>
              <a:rPr lang="en-CA" sz="2200" dirty="0" err="1">
                <a:solidFill>
                  <a:srgbClr val="FFFFFF"/>
                </a:solidFill>
              </a:rPr>
              <a:t>Suraprentissage</a:t>
            </a:r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-495300" y="0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87909"/>
            <a:ext cx="5022801" cy="885825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CBD2A2E-4817-B7F0-845A-89183B19DF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0" y="1949450"/>
            <a:ext cx="7588250" cy="1414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prédit très bien les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prédit presque tous les films comme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ne reconnaît pas bien les "Dislike"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est déséquilibré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75D9F41-8B0F-6D8D-2751-0ACC15580E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763" y="3866583"/>
            <a:ext cx="5117153" cy="212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464-E3D9-9F82-DF34-F5B075EEF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48180FE-5FA3-6292-E001-7B163AB04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27686-8496-1CD6-6CE3-2BFC294B37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204C7AF-657D-2C47-2F26-951C639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4ECA444-FE09-E398-10B8-C4ED98F443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4282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631CC-9497-D563-E854-9DCD75DA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10135D4-D3A1-4556-B91B-4A12069D4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3CBBB-2681-9E8B-9024-173E3E95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403" r="9091" b="832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201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4395980-26B1-5D54-FA55-4D98C4802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918" y="3429000"/>
            <a:ext cx="4506064" cy="1888742"/>
          </a:xfrm>
        </p:spPr>
        <p:txBody>
          <a:bodyPr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EB4C6C-9943-6CFE-E5A3-D878FC947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6" y="5428229"/>
            <a:ext cx="4506066" cy="899643"/>
          </a:xfrm>
        </p:spPr>
        <p:txBody>
          <a:bodyPr>
            <a:normAutofit/>
          </a:bodyPr>
          <a:lstStyle/>
          <a:p>
            <a:pPr algn="l"/>
            <a:r>
              <a:rPr lang="en-CA" dirty="0">
                <a:solidFill>
                  <a:srgbClr val="FFFFFF"/>
                </a:solidFill>
              </a:rPr>
              <a:t>API, </a:t>
            </a:r>
            <a:r>
              <a:rPr lang="en-CA" dirty="0" err="1">
                <a:solidFill>
                  <a:srgbClr val="FFFFFF"/>
                </a:solidFill>
              </a:rPr>
              <a:t>méthdologie</a:t>
            </a:r>
            <a:r>
              <a:rPr lang="en-CA" dirty="0">
                <a:solidFill>
                  <a:srgbClr val="FFFFFF"/>
                </a:solidFill>
              </a:rPr>
              <a:t> et </a:t>
            </a:r>
            <a:r>
              <a:rPr lang="en-CA" dirty="0" err="1">
                <a:solidFill>
                  <a:srgbClr val="FFFFFF"/>
                </a:solidFill>
              </a:rPr>
              <a:t>résultats</a:t>
            </a:r>
            <a:endParaRPr lang="en-CA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BEFE6C-F8FF-FA1C-B2BA-834D9FD01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971" y="4295759"/>
            <a:ext cx="3939009" cy="256224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681934-E54A-C628-9001-FBE0E0975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906" y="-2"/>
            <a:ext cx="3203074" cy="42957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5685C5-4370-ABD0-1799-1A22B27E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875" y="-2"/>
            <a:ext cx="5417011" cy="429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9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0B50-8E0E-A958-D9C9-15DA69E2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3591AD5-6331-0A2A-FE07-373766B0D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3CC76-2A4D-66D3-EAA5-1FF1A8A3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890DB0-91A0-C0A4-4600-0B2BAD1A8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 err="1">
                <a:solidFill>
                  <a:srgbClr val="FFFFFF"/>
                </a:solidFill>
              </a:rPr>
              <a:t>Création</a:t>
            </a:r>
            <a:r>
              <a:rPr lang="en-CA" sz="5400" dirty="0">
                <a:solidFill>
                  <a:srgbClr val="FFFFFF"/>
                </a:solidFill>
              </a:rPr>
              <a:t> d’un nouveau user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E52563C-EB6E-F0E3-59FE-295E14BAD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https://dashboard.render.com/web/srv-d7ekrcbeo5us73fir0gg</a:t>
            </a:r>
          </a:p>
        </p:txBody>
      </p:sp>
    </p:spTree>
    <p:extLst>
      <p:ext uri="{BB962C8B-B14F-4D97-AF65-F5344CB8AC3E}">
        <p14:creationId xmlns:p14="http://schemas.microsoft.com/office/powerpoint/2010/main" val="4167171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1071</TotalTime>
  <Words>134</Words>
  <Application>Microsoft Office PowerPoint</Application>
  <PresentationFormat>Grand écran</PresentationFormat>
  <Paragraphs>24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</vt:lpstr>
      <vt:lpstr>SVM Linéaire</vt:lpstr>
      <vt:lpstr>API Flask/Fast API</vt:lpstr>
      <vt:lpstr>KNN</vt:lpstr>
      <vt:lpstr>Création d’un nouveau user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Salome Bolivar Obregon</cp:lastModifiedBy>
  <cp:revision>3</cp:revision>
  <dcterms:created xsi:type="dcterms:W3CDTF">2026-04-17T20:04:04Z</dcterms:created>
  <dcterms:modified xsi:type="dcterms:W3CDTF">2026-04-19T19:37:31Z</dcterms:modified>
</cp:coreProperties>
</file>