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3" r:id="rId1"/>
  </p:sldMasterIdLst>
  <p:notesMasterIdLst>
    <p:notesMasterId r:id="rId10"/>
  </p:notesMasterIdLst>
  <p:sldIdLst>
    <p:sldId id="256" r:id="rId2"/>
    <p:sldId id="259" r:id="rId3"/>
    <p:sldId id="262" r:id="rId4"/>
    <p:sldId id="260" r:id="rId5"/>
    <p:sldId id="261" r:id="rId6"/>
    <p:sldId id="263" r:id="rId7"/>
    <p:sldId id="264" r:id="rId8"/>
    <p:sldId id="265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3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 seguin" userId="c47c39593cf1707d" providerId="LiveId" clId="{56C82717-B78C-4079-A034-267DC212A18F}"/>
    <pc:docChg chg="custSel modSld">
      <pc:chgData name="alex seguin" userId="c47c39593cf1707d" providerId="LiveId" clId="{56C82717-B78C-4079-A034-267DC212A18F}" dt="2026-04-17T22:16:22.318" v="49" actId="20577"/>
      <pc:docMkLst>
        <pc:docMk/>
      </pc:docMkLst>
      <pc:sldChg chg="addSp modSp mod">
        <pc:chgData name="alex seguin" userId="c47c39593cf1707d" providerId="LiveId" clId="{56C82717-B78C-4079-A034-267DC212A18F}" dt="2026-04-17T22:16:22.318" v="49" actId="20577"/>
        <pc:sldMkLst>
          <pc:docMk/>
          <pc:sldMk cId="2558940672" sldId="260"/>
        </pc:sldMkLst>
        <pc:spChg chg="mod">
          <ac:chgData name="alex seguin" userId="c47c39593cf1707d" providerId="LiveId" clId="{56C82717-B78C-4079-A034-267DC212A18F}" dt="2026-04-17T22:16:22.318" v="49" actId="20577"/>
          <ac:spMkLst>
            <pc:docMk/>
            <pc:sldMk cId="2558940672" sldId="260"/>
            <ac:spMk id="3" creationId="{C85BE854-1E37-43EA-67EB-54A346412B80}"/>
          </ac:spMkLst>
        </pc:spChg>
        <pc:picChg chg="add mod">
          <ac:chgData name="alex seguin" userId="c47c39593cf1707d" providerId="LiveId" clId="{56C82717-B78C-4079-A034-267DC212A18F}" dt="2026-04-17T21:46:06.265" v="22" actId="1076"/>
          <ac:picMkLst>
            <pc:docMk/>
            <pc:sldMk cId="2558940672" sldId="260"/>
            <ac:picMk id="6" creationId="{FFB4D75C-C17D-C338-2A64-178F27F655E1}"/>
          </ac:picMkLst>
        </pc:picChg>
        <pc:picChg chg="mod">
          <ac:chgData name="alex seguin" userId="c47c39593cf1707d" providerId="LiveId" clId="{56C82717-B78C-4079-A034-267DC212A18F}" dt="2026-04-17T21:45:54.419" v="20" actId="1076"/>
          <ac:picMkLst>
            <pc:docMk/>
            <pc:sldMk cId="2558940672" sldId="260"/>
            <ac:picMk id="8" creationId="{D52D0E8F-BC5D-39C5-D53A-46FD22FD9DFE}"/>
          </ac:picMkLst>
        </pc:picChg>
        <pc:picChg chg="add mod">
          <ac:chgData name="alex seguin" userId="c47c39593cf1707d" providerId="LiveId" clId="{56C82717-B78C-4079-A034-267DC212A18F}" dt="2026-04-17T21:46:03.222" v="21" actId="1076"/>
          <ac:picMkLst>
            <pc:docMk/>
            <pc:sldMk cId="2558940672" sldId="260"/>
            <ac:picMk id="9" creationId="{A75F97D1-FF1B-0D2E-101D-273738608C4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2E5350-3EDC-40D8-A7EE-3A904327B402}" type="datetimeFigureOut">
              <a:rPr lang="en-CA" smtClean="0"/>
              <a:t>2026-04-18</a:t>
            </a:fld>
            <a:endParaRPr lang="en-CA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291D9F-149D-4022-B9FD-6A3CE887ACEA}" type="slidenum">
              <a:rPr lang="en-CA" smtClean="0"/>
              <a:t>‹N°›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128312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91D9F-149D-4022-B9FD-6A3CE887ACEA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925078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4515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60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rojet-outil-infonuagique-ua3-5.onrender.com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0F447467-474F-7A46-9B55-A89C6B0DA1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764E312-CE9E-415A-6543-97AF44950E6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1" t="17901" b="9822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A9CCD9CD-49AE-3D3E-923B-81ECD3FBF7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4581985" y="-752015"/>
            <a:ext cx="6858000" cy="836203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5000">
                <a:srgbClr val="000000">
                  <a:alpha val="50000"/>
                </a:srgbClr>
              </a:gs>
              <a:gs pos="100000">
                <a:srgbClr val="000000">
                  <a:alpha val="6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CC34A5A-4B67-726E-080C-4797E1C970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20980" y="1893965"/>
            <a:ext cx="4738347" cy="1986802"/>
          </a:xfrm>
        </p:spPr>
        <p:txBody>
          <a:bodyPr>
            <a:normAutofit/>
          </a:bodyPr>
          <a:lstStyle/>
          <a:p>
            <a:pPr algn="r"/>
            <a:r>
              <a:rPr lang="en-CA" sz="3700">
                <a:solidFill>
                  <a:srgbClr val="FFFFFF"/>
                </a:solidFill>
              </a:rPr>
              <a:t>Recommendations de films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1D36D9D-3FF6-0BEB-AD1A-DEBEACF7B8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01102" y="3973128"/>
            <a:ext cx="4738347" cy="1189425"/>
          </a:xfrm>
        </p:spPr>
        <p:txBody>
          <a:bodyPr>
            <a:normAutofit/>
          </a:bodyPr>
          <a:lstStyle/>
          <a:p>
            <a:pPr algn="r"/>
            <a:r>
              <a:rPr lang="en-CA">
                <a:solidFill>
                  <a:srgbClr val="FFFFFF"/>
                </a:solidFill>
              </a:rPr>
              <a:t>KNN, Arbres de decision et SVM</a:t>
            </a:r>
          </a:p>
        </p:txBody>
      </p:sp>
    </p:spTree>
    <p:extLst>
      <p:ext uri="{BB962C8B-B14F-4D97-AF65-F5344CB8AC3E}">
        <p14:creationId xmlns:p14="http://schemas.microsoft.com/office/powerpoint/2010/main" val="3539235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BF0CEE-B0F0-BDA5-EFA1-B173908BA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5072F6A3-1466-826C-C7C1-B1654E011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CFBDEE-D546-B82E-51A8-90E0837667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1" t="17857" b="986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C29BC907-8227-160A-3814-D12B0C6CCB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507179" y="173179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3000"/>
                </a:schemeClr>
              </a:gs>
              <a:gs pos="26000">
                <a:schemeClr val="bg1">
                  <a:alpha val="20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CBCDD56-CB72-C153-8D75-8E9A328703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27741" y="1442863"/>
            <a:ext cx="4470544" cy="3474720"/>
          </a:xfrm>
        </p:spPr>
        <p:txBody>
          <a:bodyPr anchor="b">
            <a:normAutofit/>
          </a:bodyPr>
          <a:lstStyle/>
          <a:p>
            <a:pPr algn="l"/>
            <a:r>
              <a:rPr lang="en-CA" sz="3600" dirty="0" err="1"/>
              <a:t>Présentation</a:t>
            </a:r>
            <a:endParaRPr lang="en-CA" sz="360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E098D79-E225-41AD-84AD-4FAA71A6FC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27741" y="4917583"/>
            <a:ext cx="4116410" cy="1386840"/>
          </a:xfrm>
        </p:spPr>
        <p:txBody>
          <a:bodyPr anchor="t">
            <a:normAutofit/>
          </a:bodyPr>
          <a:lstStyle/>
          <a:p>
            <a:pPr algn="l"/>
            <a:r>
              <a:rPr lang="en-CA" sz="2400" dirty="0"/>
              <a:t>Dataset, </a:t>
            </a:r>
            <a:r>
              <a:rPr lang="en-CA" sz="2400" dirty="0" err="1"/>
              <a:t>modèles</a:t>
            </a:r>
            <a:r>
              <a:rPr lang="en-CA" sz="2400" dirty="0"/>
              <a:t> </a:t>
            </a:r>
            <a:r>
              <a:rPr lang="en-CA" sz="2400" dirty="0" err="1"/>
              <a:t>utilisés</a:t>
            </a:r>
            <a:r>
              <a:rPr lang="en-CA" sz="2400" dirty="0"/>
              <a:t> et analyse de données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3C6DCA1-527A-5A74-CB02-6350432CA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430" y="336732"/>
            <a:ext cx="5521538" cy="300936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5F6E2566-050F-067A-A464-3A3C9A334F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237" y="4294253"/>
            <a:ext cx="6731655" cy="16155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AF7F69FE-119F-3FC8-5C02-0D3E0801D6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9892" y="56023"/>
            <a:ext cx="4717510" cy="367965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110021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ED2DF5-64BD-C596-AD83-669766EC0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2A54C444-C9D4-8C66-791E-B09D442031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6F3CCE-2AE2-3E2A-8A16-A94482D4B40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t="14243" b="6252"/>
          <a:stretch>
            <a:fillRect/>
          </a:stretch>
        </p:blipFill>
        <p:spPr>
          <a:xfrm>
            <a:off x="1" y="1"/>
            <a:ext cx="12192000" cy="6857999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D0E21616-D356-9760-0DE0-D3CC02A256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482602"/>
            <a:ext cx="7588155" cy="2236264"/>
          </a:xfrm>
        </p:spPr>
        <p:txBody>
          <a:bodyPr>
            <a:normAutofit/>
          </a:bodyPr>
          <a:lstStyle/>
          <a:p>
            <a:r>
              <a:rPr lang="en-CA" sz="5400" dirty="0">
                <a:solidFill>
                  <a:srgbClr val="FFFFFF"/>
                </a:solidFill>
              </a:rPr>
              <a:t>KNN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80A88E8-C162-1A02-0A4B-AC4ECC841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793937"/>
            <a:ext cx="7588155" cy="1414091"/>
          </a:xfrm>
        </p:spPr>
        <p:txBody>
          <a:bodyPr>
            <a:normAutofit/>
          </a:bodyPr>
          <a:lstStyle/>
          <a:p>
            <a:r>
              <a:rPr lang="en-CA" sz="2200" dirty="0">
                <a:solidFill>
                  <a:srgbClr val="FFFFFF"/>
                </a:solidFill>
              </a:rPr>
              <a:t>Introduction a un 2e Dataset, Matrice, RMSE, Genre et </a:t>
            </a:r>
            <a:r>
              <a:rPr lang="en-CA" sz="2200" dirty="0" err="1">
                <a:solidFill>
                  <a:srgbClr val="FFFFFF"/>
                </a:solidFill>
              </a:rPr>
              <a:t>Suraprentissage</a:t>
            </a:r>
            <a:endParaRPr lang="en-CA" sz="22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13487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1B1EDD-07EF-58E4-6897-B1A7D4446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id="{6E448DB1-4196-18A6-15DA-C72635C1B1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805B1B-B0C5-4698-BFF5-75791F9E5F6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57" r="9091" b="986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76A10D8F-D463-70E5-239B-17AD65EF4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73183" y="173181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0000"/>
                </a:schemeClr>
              </a:gs>
              <a:gs pos="26000">
                <a:schemeClr val="bg1">
                  <a:alpha val="17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A4940F1-01E9-DE60-8FD9-649A86609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6506" y="603315"/>
            <a:ext cx="5649211" cy="3685731"/>
          </a:xfrm>
        </p:spPr>
        <p:txBody>
          <a:bodyPr anchor="t">
            <a:normAutofit/>
          </a:bodyPr>
          <a:lstStyle/>
          <a:p>
            <a:pPr algn="l"/>
            <a:r>
              <a:rPr lang="en-CA" sz="6600"/>
              <a:t>Arbres de décisions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85BE854-1E37-43EA-67EB-54A346412B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6507" y="4437176"/>
            <a:ext cx="4007587" cy="1290807"/>
          </a:xfrm>
        </p:spPr>
        <p:txBody>
          <a:bodyPr anchor="ctr">
            <a:normAutofit/>
          </a:bodyPr>
          <a:lstStyle/>
          <a:p>
            <a:pPr algn="l"/>
            <a:r>
              <a:rPr lang="en-CA" sz="2200" dirty="0"/>
              <a:t>Prend </a:t>
            </a:r>
            <a:r>
              <a:rPr lang="en-CA" sz="2200"/>
              <a:t>note moyen + haut, </a:t>
            </a:r>
            <a:r>
              <a:rPr lang="en-CA" sz="2200" dirty="0"/>
              <a:t>data leak et changement </a:t>
            </a:r>
            <a:r>
              <a:rPr lang="en-CA" sz="2200" dirty="0" err="1"/>
              <a:t>en</a:t>
            </a:r>
            <a:r>
              <a:rPr lang="en-CA" sz="2200" dirty="0"/>
              <a:t> </a:t>
            </a:r>
            <a:r>
              <a:rPr lang="en-CA" sz="2200" dirty="0" err="1"/>
              <a:t>binaire</a:t>
            </a:r>
            <a:endParaRPr lang="en-CA" sz="220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D52D0E8F-BC5D-39C5-D53A-46FD22FD9D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7151" y="83746"/>
            <a:ext cx="4644224" cy="400442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FFB4D75C-C17D-C338-2A64-178F27F655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9530" y="5759661"/>
            <a:ext cx="6319466" cy="1014593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A75F97D1-FF1B-0D2E-101D-273738608C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5717" y="4115955"/>
            <a:ext cx="5487166" cy="1552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89406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EAB919-648E-AC37-496F-01F7E8168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7A875D55-4A80-43E9-38F6-27E3664939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A3BB86-D97C-BDB4-E713-F6111B329E6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t="14243" b="6252"/>
          <a:stretch>
            <a:fillRect/>
          </a:stretch>
        </p:blipFill>
        <p:spPr>
          <a:xfrm>
            <a:off x="1" y="1"/>
            <a:ext cx="12192000" cy="6857999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F15017D7-63F0-2F44-82D8-20145E09D5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482602"/>
            <a:ext cx="7588155" cy="2236264"/>
          </a:xfrm>
        </p:spPr>
        <p:txBody>
          <a:bodyPr>
            <a:normAutofit/>
          </a:bodyPr>
          <a:lstStyle/>
          <a:p>
            <a:r>
              <a:rPr lang="en-CA" sz="5400" dirty="0">
                <a:solidFill>
                  <a:srgbClr val="FFFFFF"/>
                </a:solidFill>
              </a:rPr>
              <a:t>SVM </a:t>
            </a:r>
            <a:r>
              <a:rPr lang="en-CA" sz="5400" dirty="0" err="1">
                <a:solidFill>
                  <a:srgbClr val="FFFFFF"/>
                </a:solidFill>
              </a:rPr>
              <a:t>Linéaire</a:t>
            </a:r>
            <a:endParaRPr lang="en-CA" sz="5400" dirty="0">
              <a:solidFill>
                <a:srgbClr val="FFFFFF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62F10FD-E35D-40A9-F8B7-B016A4D205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793937"/>
            <a:ext cx="7588155" cy="1414091"/>
          </a:xfrm>
        </p:spPr>
        <p:txBody>
          <a:bodyPr>
            <a:normAutofit/>
          </a:bodyPr>
          <a:lstStyle/>
          <a:p>
            <a:r>
              <a:rPr lang="en-CA" sz="2200" dirty="0">
                <a:solidFill>
                  <a:srgbClr val="FFFFFF"/>
                </a:solidFill>
              </a:rPr>
              <a:t>“</a:t>
            </a:r>
            <a:r>
              <a:rPr lang="en-CA" sz="2200" dirty="0" err="1">
                <a:solidFill>
                  <a:srgbClr val="FFFFFF"/>
                </a:solidFill>
              </a:rPr>
              <a:t>Écris</a:t>
            </a:r>
            <a:r>
              <a:rPr lang="en-CA" sz="2200" dirty="0">
                <a:solidFill>
                  <a:srgbClr val="FFFFFF"/>
                </a:solidFill>
              </a:rPr>
              <a:t> un résumé de </a:t>
            </a:r>
            <a:r>
              <a:rPr lang="en-CA" sz="2200" dirty="0" err="1">
                <a:solidFill>
                  <a:srgbClr val="FFFFFF"/>
                </a:solidFill>
              </a:rPr>
              <a:t>ce</a:t>
            </a:r>
            <a:r>
              <a:rPr lang="en-CA" sz="2200" dirty="0">
                <a:solidFill>
                  <a:srgbClr val="FFFFFF"/>
                </a:solidFill>
              </a:rPr>
              <a:t> qui </a:t>
            </a:r>
            <a:r>
              <a:rPr lang="en-CA" sz="2200" dirty="0" err="1">
                <a:solidFill>
                  <a:srgbClr val="FFFFFF"/>
                </a:solidFill>
              </a:rPr>
              <a:t>s’est</a:t>
            </a:r>
            <a:r>
              <a:rPr lang="en-CA" sz="2200" dirty="0">
                <a:solidFill>
                  <a:srgbClr val="FFFFFF"/>
                </a:solidFill>
              </a:rPr>
              <a:t> passer + image </a:t>
            </a:r>
            <a:r>
              <a:rPr lang="en-CA" sz="2200" dirty="0" err="1">
                <a:solidFill>
                  <a:srgbClr val="FFFFFF"/>
                </a:solidFill>
              </a:rPr>
              <a:t>si</a:t>
            </a:r>
            <a:r>
              <a:rPr lang="en-CA" sz="2200" dirty="0">
                <a:solidFill>
                  <a:srgbClr val="FFFFFF"/>
                </a:solidFill>
              </a:rPr>
              <a:t> </a:t>
            </a:r>
            <a:r>
              <a:rPr lang="en-CA" sz="2200" dirty="0" err="1">
                <a:solidFill>
                  <a:srgbClr val="FFFFFF"/>
                </a:solidFill>
              </a:rPr>
              <a:t>t’en</a:t>
            </a:r>
            <a:r>
              <a:rPr lang="en-CA" sz="2200" dirty="0">
                <a:solidFill>
                  <a:srgbClr val="FFFFFF"/>
                </a:solidFill>
              </a:rPr>
              <a:t> as”</a:t>
            </a:r>
          </a:p>
        </p:txBody>
      </p:sp>
    </p:spTree>
    <p:extLst>
      <p:ext uri="{BB962C8B-B14F-4D97-AF65-F5344CB8AC3E}">
        <p14:creationId xmlns:p14="http://schemas.microsoft.com/office/powerpoint/2010/main" val="31733833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E15774-CF46-7E8F-98B3-E4F7D9BE7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21E0DC6F-DB0E-DBE1-8178-AE81BC6B96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FD27FB-C7D7-42F7-891E-CCF4494F02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57" r="9091" b="986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84D07BF5-D29E-918E-55FE-747AF2A0E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366726" cy="6858001"/>
          </a:xfrm>
          <a:prstGeom prst="rect">
            <a:avLst/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90CC218-2DAB-226C-2CC1-A9C20AA27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1035" y="1424475"/>
            <a:ext cx="3424383" cy="2543448"/>
          </a:xfrm>
        </p:spPr>
        <p:txBody>
          <a:bodyPr anchor="t">
            <a:normAutofit/>
          </a:bodyPr>
          <a:lstStyle/>
          <a:p>
            <a:pPr algn="l"/>
            <a:r>
              <a:rPr lang="en-CA" sz="3200"/>
              <a:t>API Flask/Fast API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F52A4E8-3213-C23C-2F89-74AE01AB20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1035" y="5545667"/>
            <a:ext cx="3424382" cy="462170"/>
          </a:xfrm>
        </p:spPr>
        <p:txBody>
          <a:bodyPr anchor="b">
            <a:normAutofit/>
          </a:bodyPr>
          <a:lstStyle/>
          <a:p>
            <a:pPr algn="l"/>
            <a:r>
              <a:rPr lang="en-CA" dirty="0"/>
              <a:t>Tree, SVM et succès du KNN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8796DCF-C14B-5726-66AF-9DA97FE94985}"/>
              </a:ext>
            </a:extLst>
          </p:cNvPr>
          <p:cNvSpPr txBox="1"/>
          <p:nvPr/>
        </p:nvSpPr>
        <p:spPr>
          <a:xfrm>
            <a:off x="282596" y="2527038"/>
            <a:ext cx="38015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/>
              <a:t>https://projet-outil-infonuagique-ua3.onrender.com/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389AB0F-4A03-8238-10C8-985710269AF2}"/>
              </a:ext>
            </a:extLst>
          </p:cNvPr>
          <p:cNvSpPr txBox="1"/>
          <p:nvPr/>
        </p:nvSpPr>
        <p:spPr>
          <a:xfrm>
            <a:off x="282596" y="3429000"/>
            <a:ext cx="38015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hlinkClick r:id="rId3" tooltip="https://projet-outil-infonuagique-ua3-5.onrender.com/"/>
              </a:rPr>
              <a:t>https://projet-outil-infonuagique-ua3-5.onrender.com/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9586572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A631CC-9497-D563-E854-9DCD75DAA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310135D4-D3A1-4556-B91B-4A12069D4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D3CBBB-2681-9E8B-9024-173E3E9555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403" r="9091" b="8320"/>
          <a:stretch>
            <a:fillRect/>
          </a:stretch>
        </p:blipFill>
        <p:spPr>
          <a:xfrm>
            <a:off x="20" y="-1"/>
            <a:ext cx="12191980" cy="6858001"/>
          </a:xfrm>
          <a:prstGeom prst="rect">
            <a:avLst/>
          </a:prstGeom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A9CCD9CD-49AE-3D3E-923B-81ECD3FBF7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2015" y="-752015"/>
            <a:ext cx="6858000" cy="836203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5000">
                <a:srgbClr val="000000">
                  <a:alpha val="50000"/>
                </a:srgbClr>
              </a:gs>
              <a:gs pos="100000">
                <a:srgbClr val="000000">
                  <a:alpha val="6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4395980-26B1-5D54-FA55-4D98C4802A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6918" y="3429000"/>
            <a:ext cx="4506064" cy="1888742"/>
          </a:xfrm>
        </p:spPr>
        <p:txBody>
          <a:bodyPr>
            <a:normAutofit/>
          </a:bodyPr>
          <a:lstStyle/>
          <a:p>
            <a:pPr algn="l"/>
            <a:r>
              <a:rPr lang="en-CA">
                <a:solidFill>
                  <a:srgbClr val="FFFFFF"/>
                </a:solidFill>
              </a:rPr>
              <a:t>KNN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4EB4C6C-9943-6CFE-E5A3-D878FC9474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6916" y="5428229"/>
            <a:ext cx="4506066" cy="899643"/>
          </a:xfrm>
        </p:spPr>
        <p:txBody>
          <a:bodyPr>
            <a:normAutofit/>
          </a:bodyPr>
          <a:lstStyle/>
          <a:p>
            <a:pPr algn="l"/>
            <a:r>
              <a:rPr lang="en-CA" dirty="0">
                <a:solidFill>
                  <a:srgbClr val="FFFFFF"/>
                </a:solidFill>
              </a:rPr>
              <a:t>API, </a:t>
            </a:r>
            <a:r>
              <a:rPr lang="en-CA" dirty="0" err="1">
                <a:solidFill>
                  <a:srgbClr val="FFFFFF"/>
                </a:solidFill>
              </a:rPr>
              <a:t>méthdologie</a:t>
            </a:r>
            <a:r>
              <a:rPr lang="en-CA" dirty="0">
                <a:solidFill>
                  <a:srgbClr val="FFFFFF"/>
                </a:solidFill>
              </a:rPr>
              <a:t> et </a:t>
            </a:r>
            <a:r>
              <a:rPr lang="en-CA" dirty="0" err="1">
                <a:solidFill>
                  <a:srgbClr val="FFFFFF"/>
                </a:solidFill>
              </a:rPr>
              <a:t>résultats</a:t>
            </a:r>
            <a:endParaRPr lang="en-CA" dirty="0">
              <a:solidFill>
                <a:srgbClr val="FFFFFF"/>
              </a:solidFill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89BEFE6C-F8FF-FA1C-B2BA-834D9FD01D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2971" y="4295759"/>
            <a:ext cx="3939009" cy="256224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8E681934-E54A-C628-9001-FBE0E09759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88906" y="-2"/>
            <a:ext cx="3203074" cy="4295761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BD5685C5-4370-ABD0-1799-1A22B27EF3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1875" y="-2"/>
            <a:ext cx="5417011" cy="4295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2193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300B50-8E0E-A958-D9C9-15DA69E2E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D3591AD5-6331-0A2A-FE07-373766B0D4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E3CC76-2A4D-66D3-EAA5-1FF1A8A3C52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t="14243" b="6252"/>
          <a:stretch>
            <a:fillRect/>
          </a:stretch>
        </p:blipFill>
        <p:spPr>
          <a:xfrm>
            <a:off x="1" y="1"/>
            <a:ext cx="12192000" cy="6857999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D8890DB0-91A0-C0A4-4600-0B2BAD1A8A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482602"/>
            <a:ext cx="7588155" cy="2236264"/>
          </a:xfrm>
        </p:spPr>
        <p:txBody>
          <a:bodyPr>
            <a:normAutofit/>
          </a:bodyPr>
          <a:lstStyle/>
          <a:p>
            <a:r>
              <a:rPr lang="en-CA" sz="5400" dirty="0" err="1">
                <a:solidFill>
                  <a:srgbClr val="FFFFFF"/>
                </a:solidFill>
              </a:rPr>
              <a:t>Création</a:t>
            </a:r>
            <a:r>
              <a:rPr lang="en-CA" sz="5400" dirty="0">
                <a:solidFill>
                  <a:srgbClr val="FFFFFF"/>
                </a:solidFill>
              </a:rPr>
              <a:t> d’un nouveau user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E52563C-EB6E-F0E3-59FE-295E14BAD9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793937"/>
            <a:ext cx="7588155" cy="1414091"/>
          </a:xfrm>
        </p:spPr>
        <p:txBody>
          <a:bodyPr>
            <a:normAutofit/>
          </a:bodyPr>
          <a:lstStyle/>
          <a:p>
            <a:r>
              <a:rPr lang="en-CA" sz="2200" dirty="0">
                <a:solidFill>
                  <a:srgbClr val="FFFFFF"/>
                </a:solidFill>
              </a:rPr>
              <a:t>https://dashboard.render.com/web/srv-d7ekrcbeo5us73fir0gg</a:t>
            </a:r>
          </a:p>
        </p:txBody>
      </p:sp>
    </p:spTree>
    <p:extLst>
      <p:ext uri="{BB962C8B-B14F-4D97-AF65-F5344CB8AC3E}">
        <p14:creationId xmlns:p14="http://schemas.microsoft.com/office/powerpoint/2010/main" val="41671715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513b79f-ce8d-43d6-b7e5-c12d3e236916}" enabled="1" method="Standard" siteId="{ad8a84ef-f1f3-4b14-ad08-b99ca66f7e3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141</TotalTime>
  <Words>115</Words>
  <Application>Microsoft Office PowerPoint</Application>
  <PresentationFormat>Grand écran</PresentationFormat>
  <Paragraphs>19</Paragraphs>
  <Slides>8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2" baseType="lpstr">
      <vt:lpstr>Aptos</vt:lpstr>
      <vt:lpstr>Arial</vt:lpstr>
      <vt:lpstr>Neue Haas Grotesk Text Pro</vt:lpstr>
      <vt:lpstr>VanillaVTI</vt:lpstr>
      <vt:lpstr>Recommendations de films</vt:lpstr>
      <vt:lpstr>Présentation</vt:lpstr>
      <vt:lpstr>KNN</vt:lpstr>
      <vt:lpstr>Arbres de décisions</vt:lpstr>
      <vt:lpstr>SVM Linéaire</vt:lpstr>
      <vt:lpstr>API Flask/Fast API</vt:lpstr>
      <vt:lpstr>KNN</vt:lpstr>
      <vt:lpstr>Création d’un nouveau user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Beaudry</dc:creator>
  <cp:lastModifiedBy>Jacob Beaudry</cp:lastModifiedBy>
  <cp:revision>2</cp:revision>
  <dcterms:created xsi:type="dcterms:W3CDTF">2026-04-17T20:04:04Z</dcterms:created>
  <dcterms:modified xsi:type="dcterms:W3CDTF">2026-04-18T20:27:19Z</dcterms:modified>
</cp:coreProperties>
</file>