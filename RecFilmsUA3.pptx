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10"/>
  </p:notesMasterIdLst>
  <p:sldIdLst>
    <p:sldId id="256" r:id="rId2"/>
    <p:sldId id="259" r:id="rId3"/>
    <p:sldId id="262" r:id="rId4"/>
    <p:sldId id="260" r:id="rId5"/>
    <p:sldId id="261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3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modSld">
      <pc:chgData name="alex seguin" userId="c47c39593cf1707d" providerId="LiveId" clId="{56C82717-B78C-4079-A034-267DC212A18F}" dt="2026-04-17T22:16:22.318" v="49" actId="20577"/>
      <pc:docMkLst>
        <pc:docMk/>
      </pc:docMkLst>
      <pc:sldChg chg="addSp modSp mod">
        <pc:chgData name="alex seguin" userId="c47c39593cf1707d" providerId="LiveId" clId="{56C82717-B78C-4079-A034-267DC212A18F}" dt="2026-04-17T22:16:22.318" v="49" actId="20577"/>
        <pc:sldMkLst>
          <pc:docMk/>
          <pc:sldMk cId="2558940672" sldId="260"/>
        </pc:sldMkLst>
        <pc:spChg chg="mod">
          <ac:chgData name="alex seguin" userId="c47c39593cf1707d" providerId="LiveId" clId="{56C82717-B78C-4079-A034-267DC212A18F}" dt="2026-04-17T22:16:22.318" v="49" actId="20577"/>
          <ac:spMkLst>
            <pc:docMk/>
            <pc:sldMk cId="2558940672" sldId="260"/>
            <ac:spMk id="3" creationId="{C85BE854-1E37-43EA-67EB-54A346412B80}"/>
          </ac:spMkLst>
        </pc:spChg>
        <pc:picChg chg="add mod">
          <ac:chgData name="alex seguin" userId="c47c39593cf1707d" providerId="LiveId" clId="{56C82717-B78C-4079-A034-267DC212A18F}" dt="2026-04-17T21:46:06.265" v="22" actId="1076"/>
          <ac:picMkLst>
            <pc:docMk/>
            <pc:sldMk cId="2558940672" sldId="260"/>
            <ac:picMk id="6" creationId="{FFB4D75C-C17D-C338-2A64-178F27F655E1}"/>
          </ac:picMkLst>
        </pc:picChg>
        <pc:picChg chg="mod">
          <ac:chgData name="alex seguin" userId="c47c39593cf1707d" providerId="LiveId" clId="{56C82717-B78C-4079-A034-267DC212A18F}" dt="2026-04-17T21:45:54.419" v="20" actId="1076"/>
          <ac:picMkLst>
            <pc:docMk/>
            <pc:sldMk cId="2558940672" sldId="260"/>
            <ac:picMk id="8" creationId="{D52D0E8F-BC5D-39C5-D53A-46FD22FD9DFE}"/>
          </ac:picMkLst>
        </pc:picChg>
        <pc:picChg chg="add mod">
          <ac:chgData name="alex seguin" userId="c47c39593cf1707d" providerId="LiveId" clId="{56C82717-B78C-4079-A034-267DC212A18F}" dt="2026-04-17T21:46:03.222" v="21" actId="1076"/>
          <ac:picMkLst>
            <pc:docMk/>
            <pc:sldMk cId="2558940672" sldId="260"/>
            <ac:picMk id="9" creationId="{A75F97D1-FF1B-0D2E-101D-273738608C4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E5350-3EDC-40D8-A7EE-3A904327B402}" type="datetimeFigureOut">
              <a:rPr lang="en-CA" smtClean="0"/>
              <a:t>2026-04-19</a:t>
            </a:fld>
            <a:endParaRPr lang="en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291D9F-149D-4022-B9FD-6A3CE887ACEA}" type="slidenum">
              <a:rPr lang="en-CA" smtClean="0"/>
              <a:t>‹N°›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2831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91D9F-149D-4022-B9FD-6A3CE887ACEA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2507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ED587E41-605C-A8E4-8BA5-0E0B3797C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277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EBD48A03-0DF9-3063-CB15-1BC2AEC79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08385"/>
            <a:ext cx="12191999" cy="1949616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7365" y="5268812"/>
            <a:ext cx="7260542" cy="1228763"/>
          </a:xfrm>
        </p:spPr>
        <p:txBody>
          <a:bodyPr anchor="ctr">
            <a:normAutofit/>
          </a:bodyPr>
          <a:lstStyle/>
          <a:p>
            <a:pPr algn="l"/>
            <a:r>
              <a:rPr lang="en-CA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7908" y="5268812"/>
            <a:ext cx="3808373" cy="1228763"/>
          </a:xfrm>
        </p:spPr>
        <p:txBody>
          <a:bodyPr anchor="ctr"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Introduction a un 2e Dataset, Matrice, RMSE, Genre et Suraprentissage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B6BCACC-AD74-2D0F-B191-E7287986B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784489"/>
            <a:ext cx="5437968" cy="29051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8E19533-2DA3-24D4-F037-D4DEEEB52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4715" y="0"/>
            <a:ext cx="3897265" cy="22370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8C1FF25-12A4-DD02-804B-92C2F1A79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4735" y="2237052"/>
            <a:ext cx="3897265" cy="26713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01348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 dirty="0"/>
              <a:t>Prend </a:t>
            </a:r>
            <a:r>
              <a:rPr lang="en-CA" sz="2200"/>
              <a:t>note moyen + haut, </a:t>
            </a:r>
            <a:r>
              <a:rPr lang="en-CA" sz="2200" dirty="0"/>
              <a:t>data leak et changement </a:t>
            </a:r>
            <a:r>
              <a:rPr lang="en-CA" sz="2200" dirty="0" err="1"/>
              <a:t>en</a:t>
            </a:r>
            <a:r>
              <a:rPr lang="en-CA" sz="2200" dirty="0"/>
              <a:t> </a:t>
            </a:r>
            <a:r>
              <a:rPr lang="en-CA" sz="2200" dirty="0" err="1"/>
              <a:t>binaire</a:t>
            </a:r>
            <a:endParaRPr lang="en-CA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51" y="83746"/>
            <a:ext cx="4644224" cy="40044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FB4D75C-C17D-C338-2A64-178F27F6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530" y="5759661"/>
            <a:ext cx="6319466" cy="101459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5F97D1-FF1B-0D2E-101D-273738608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717" y="4115955"/>
            <a:ext cx="5487166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2F10FD-E35D-40A9-F8B7-B016A4D20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“</a:t>
            </a:r>
            <a:r>
              <a:rPr lang="en-CA" sz="2200" dirty="0" err="1">
                <a:solidFill>
                  <a:srgbClr val="FFFFFF"/>
                </a:solidFill>
              </a:rPr>
              <a:t>Écris</a:t>
            </a:r>
            <a:r>
              <a:rPr lang="en-CA" sz="2200" dirty="0">
                <a:solidFill>
                  <a:srgbClr val="FFFFFF"/>
                </a:solidFill>
              </a:rPr>
              <a:t> un résumé de </a:t>
            </a:r>
            <a:r>
              <a:rPr lang="en-CA" sz="2200" dirty="0" err="1">
                <a:solidFill>
                  <a:srgbClr val="FFFFFF"/>
                </a:solidFill>
              </a:rPr>
              <a:t>ce</a:t>
            </a:r>
            <a:r>
              <a:rPr lang="en-CA" sz="2200" dirty="0">
                <a:solidFill>
                  <a:srgbClr val="FFFFFF"/>
                </a:solidFill>
              </a:rPr>
              <a:t> qui </a:t>
            </a:r>
            <a:r>
              <a:rPr lang="en-CA" sz="2200" dirty="0" err="1">
                <a:solidFill>
                  <a:srgbClr val="FFFFFF"/>
                </a:solidFill>
              </a:rPr>
              <a:t>s’est</a:t>
            </a:r>
            <a:r>
              <a:rPr lang="en-CA" sz="2200" dirty="0">
                <a:solidFill>
                  <a:srgbClr val="FFFFFF"/>
                </a:solidFill>
              </a:rPr>
              <a:t> passer + image </a:t>
            </a:r>
            <a:r>
              <a:rPr lang="en-CA" sz="2200" dirty="0" err="1">
                <a:solidFill>
                  <a:srgbClr val="FFFFFF"/>
                </a:solidFill>
              </a:rPr>
              <a:t>si</a:t>
            </a:r>
            <a:r>
              <a:rPr lang="en-CA" sz="2200" dirty="0">
                <a:solidFill>
                  <a:srgbClr val="FFFFFF"/>
                </a:solidFill>
              </a:rPr>
              <a:t> </a:t>
            </a:r>
            <a:r>
              <a:rPr lang="en-CA" sz="2200" dirty="0" err="1">
                <a:solidFill>
                  <a:srgbClr val="FFFFFF"/>
                </a:solidFill>
              </a:rPr>
              <a:t>t’en</a:t>
            </a:r>
            <a:r>
              <a:rPr lang="en-CA" sz="2200" dirty="0">
                <a:solidFill>
                  <a:srgbClr val="FFFFFF"/>
                </a:solidFill>
              </a:rPr>
              <a:t> as”</a:t>
            </a:r>
          </a:p>
        </p:txBody>
      </p:sp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631CC-9497-D563-E854-9DCD75DA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310135D4-D3A1-4556-B91B-4A12069D4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D3CBBB-2681-9E8B-9024-173E3E95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403" r="9091" b="832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201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4395980-26B1-5D54-FA55-4D98C4802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918" y="3429000"/>
            <a:ext cx="4506064" cy="1888742"/>
          </a:xfrm>
        </p:spPr>
        <p:txBody>
          <a:bodyPr>
            <a:normAutofit/>
          </a:bodyPr>
          <a:lstStyle/>
          <a:p>
            <a:pPr algn="l"/>
            <a:r>
              <a:rPr lang="en-CA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4EB4C6C-9943-6CFE-E5A3-D878FC947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6" y="5428229"/>
            <a:ext cx="4506066" cy="899643"/>
          </a:xfrm>
        </p:spPr>
        <p:txBody>
          <a:bodyPr>
            <a:normAutofit/>
          </a:bodyPr>
          <a:lstStyle/>
          <a:p>
            <a:pPr algn="l"/>
            <a:r>
              <a:rPr lang="en-CA" dirty="0">
                <a:solidFill>
                  <a:srgbClr val="FFFFFF"/>
                </a:solidFill>
              </a:rPr>
              <a:t>API, </a:t>
            </a:r>
            <a:r>
              <a:rPr lang="en-CA" dirty="0" err="1">
                <a:solidFill>
                  <a:srgbClr val="FFFFFF"/>
                </a:solidFill>
              </a:rPr>
              <a:t>méthdologie</a:t>
            </a:r>
            <a:r>
              <a:rPr lang="en-CA" dirty="0">
                <a:solidFill>
                  <a:srgbClr val="FFFFFF"/>
                </a:solidFill>
              </a:rPr>
              <a:t> et </a:t>
            </a:r>
            <a:r>
              <a:rPr lang="en-CA" dirty="0" err="1">
                <a:solidFill>
                  <a:srgbClr val="FFFFFF"/>
                </a:solidFill>
              </a:rPr>
              <a:t>résultats</a:t>
            </a:r>
            <a:endParaRPr lang="en-CA" dirty="0">
              <a:solidFill>
                <a:srgbClr val="FFFFFF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9BEFE6C-F8FF-FA1C-B2BA-834D9FD01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1912" y="4295759"/>
            <a:ext cx="5099128" cy="256224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681934-E54A-C628-9001-FBE0E0975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1740" y="-2"/>
            <a:ext cx="2770240" cy="42957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5685C5-4370-ABD0-1799-1A22B27EF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1622" y="-3"/>
            <a:ext cx="4700107" cy="42957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5219425-D8DA-A790-0324-C85D1A15A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4721602" cy="4295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219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00B50-8E0E-A958-D9C9-15DA69E2E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D3591AD5-6331-0A2A-FE07-373766B0D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E3CC76-2A4D-66D3-EAA5-1FF1A8A3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890DB0-91A0-C0A4-4600-0B2BAD1A8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 err="1">
                <a:solidFill>
                  <a:srgbClr val="FFFFFF"/>
                </a:solidFill>
              </a:rPr>
              <a:t>Création</a:t>
            </a:r>
            <a:r>
              <a:rPr lang="en-CA" sz="5400" dirty="0">
                <a:solidFill>
                  <a:srgbClr val="FFFFFF"/>
                </a:solidFill>
              </a:rPr>
              <a:t> d’un nouveau user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E52563C-EB6E-F0E3-59FE-295E14BAD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https://dashboard.render.com/web/srv-d7ekrcbeo5us73fir0gg</a:t>
            </a:r>
          </a:p>
        </p:txBody>
      </p:sp>
    </p:spTree>
    <p:extLst>
      <p:ext uri="{BB962C8B-B14F-4D97-AF65-F5344CB8AC3E}">
        <p14:creationId xmlns:p14="http://schemas.microsoft.com/office/powerpoint/2010/main" val="4167171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115</Words>
  <Application>Microsoft Office PowerPoint</Application>
  <PresentationFormat>Grand écran</PresentationFormat>
  <Paragraphs>19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</vt:lpstr>
      <vt:lpstr>API Flask/Fast API</vt:lpstr>
      <vt:lpstr>KNN</vt:lpstr>
      <vt:lpstr>Création d’un nouveau user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Jacob Beaudry</cp:lastModifiedBy>
  <cp:revision>3</cp:revision>
  <dcterms:created xsi:type="dcterms:W3CDTF">2026-04-17T20:04:04Z</dcterms:created>
  <dcterms:modified xsi:type="dcterms:W3CDTF">2026-04-19T19:25:09Z</dcterms:modified>
</cp:coreProperties>
</file>