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sldIdLst>
    <p:sldId id="256" r:id="rId2"/>
    <p:sldId id="259" r:id="rId3"/>
    <p:sldId id="262" r:id="rId4"/>
    <p:sldId id="260" r:id="rId5"/>
    <p:sldId id="261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/>
              <a:t>Limites modèles, data leak et changement en binaire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275" y="0"/>
            <a:ext cx="7152366" cy="69534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2F10FD-E35D-40A9-F8B7-B016A4D20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“</a:t>
            </a:r>
            <a:r>
              <a:rPr lang="en-CA" sz="2200" dirty="0" err="1">
                <a:solidFill>
                  <a:srgbClr val="FFFFFF"/>
                </a:solidFill>
              </a:rPr>
              <a:t>Écris</a:t>
            </a:r>
            <a:r>
              <a:rPr lang="en-CA" sz="2200" dirty="0">
                <a:solidFill>
                  <a:srgbClr val="FFFFFF"/>
                </a:solidFill>
              </a:rPr>
              <a:t> un résumé de </a:t>
            </a:r>
            <a:r>
              <a:rPr lang="en-CA" sz="2200" dirty="0" err="1">
                <a:solidFill>
                  <a:srgbClr val="FFFFFF"/>
                </a:solidFill>
              </a:rPr>
              <a:t>ce</a:t>
            </a:r>
            <a:r>
              <a:rPr lang="en-CA" sz="2200" dirty="0">
                <a:solidFill>
                  <a:srgbClr val="FFFFFF"/>
                </a:solidFill>
              </a:rPr>
              <a:t> qui </a:t>
            </a:r>
            <a:r>
              <a:rPr lang="en-CA" sz="2200" dirty="0" err="1">
                <a:solidFill>
                  <a:srgbClr val="FFFFFF"/>
                </a:solidFill>
              </a:rPr>
              <a:t>s’est</a:t>
            </a:r>
            <a:r>
              <a:rPr lang="en-CA" sz="2200" dirty="0">
                <a:solidFill>
                  <a:srgbClr val="FFFFFF"/>
                </a:solidFill>
              </a:rPr>
              <a:t> passer + image </a:t>
            </a:r>
            <a:r>
              <a:rPr lang="en-CA" sz="2200" dirty="0" err="1">
                <a:solidFill>
                  <a:srgbClr val="FFFFFF"/>
                </a:solidFill>
              </a:rPr>
              <a:t>si</a:t>
            </a:r>
            <a:r>
              <a:rPr lang="en-CA" sz="2200" dirty="0">
                <a:solidFill>
                  <a:srgbClr val="FFFFFF"/>
                </a:solidFill>
              </a:rPr>
              <a:t> </a:t>
            </a:r>
            <a:r>
              <a:rPr lang="en-CA" sz="2200" dirty="0" err="1">
                <a:solidFill>
                  <a:srgbClr val="FFFFFF"/>
                </a:solidFill>
              </a:rPr>
              <a:t>t’en</a:t>
            </a:r>
            <a:r>
              <a:rPr lang="en-CA" sz="2200" dirty="0">
                <a:solidFill>
                  <a:srgbClr val="FFFFFF"/>
                </a:solidFill>
              </a:rPr>
              <a:t> as”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90</Words>
  <Application>Microsoft Office PowerPoint</Application>
  <PresentationFormat>Grand écran</PresentationFormat>
  <Paragraphs>14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API Flask/Fast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Jacob Beaudry</cp:lastModifiedBy>
  <cp:revision>1</cp:revision>
  <dcterms:created xsi:type="dcterms:W3CDTF">2026-04-17T20:04:04Z</dcterms:created>
  <dcterms:modified xsi:type="dcterms:W3CDTF">2026-04-17T21:31:17Z</dcterms:modified>
</cp:coreProperties>
</file>